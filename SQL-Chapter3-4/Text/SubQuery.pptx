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Default Extension="gif" ContentType="image/gif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109" d="100"/>
          <a:sy n="109" d="100"/>
        </p:scale>
        <p:origin x="-1674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3F6D7-D6B7-4A17-968A-1B50499453F6}" type="datetimeFigureOut">
              <a:rPr lang="ko-KR" altLang="en-US" smtClean="0"/>
              <a:t>2023-11-14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C8B3DF-6424-4A2D-9615-82B9923A85EC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3F6D7-D6B7-4A17-968A-1B50499453F6}" type="datetimeFigureOut">
              <a:rPr lang="ko-KR" altLang="en-US" smtClean="0"/>
              <a:t>2023-11-14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C8B3DF-6424-4A2D-9615-82B9923A85EC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3F6D7-D6B7-4A17-968A-1B50499453F6}" type="datetimeFigureOut">
              <a:rPr lang="ko-KR" altLang="en-US" smtClean="0"/>
              <a:t>2023-11-14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C8B3DF-6424-4A2D-9615-82B9923A85EC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3F6D7-D6B7-4A17-968A-1B50499453F6}" type="datetimeFigureOut">
              <a:rPr lang="ko-KR" altLang="en-US" smtClean="0"/>
              <a:t>2023-11-14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C8B3DF-6424-4A2D-9615-82B9923A85EC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3F6D7-D6B7-4A17-968A-1B50499453F6}" type="datetimeFigureOut">
              <a:rPr lang="ko-KR" altLang="en-US" smtClean="0"/>
              <a:t>2023-11-14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C8B3DF-6424-4A2D-9615-82B9923A85EC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3F6D7-D6B7-4A17-968A-1B50499453F6}" type="datetimeFigureOut">
              <a:rPr lang="ko-KR" altLang="en-US" smtClean="0"/>
              <a:t>2023-11-14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C8B3DF-6424-4A2D-9615-82B9923A85EC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3F6D7-D6B7-4A17-968A-1B50499453F6}" type="datetimeFigureOut">
              <a:rPr lang="ko-KR" altLang="en-US" smtClean="0"/>
              <a:t>2023-11-14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C8B3DF-6424-4A2D-9615-82B9923A85EC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3F6D7-D6B7-4A17-968A-1B50499453F6}" type="datetimeFigureOut">
              <a:rPr lang="ko-KR" altLang="en-US" smtClean="0"/>
              <a:t>2023-11-14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C8B3DF-6424-4A2D-9615-82B9923A85EC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3F6D7-D6B7-4A17-968A-1B50499453F6}" type="datetimeFigureOut">
              <a:rPr lang="ko-KR" altLang="en-US" smtClean="0"/>
              <a:t>2023-11-14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C8B3DF-6424-4A2D-9615-82B9923A85EC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3F6D7-D6B7-4A17-968A-1B50499453F6}" type="datetimeFigureOut">
              <a:rPr lang="ko-KR" altLang="en-US" smtClean="0"/>
              <a:t>2023-11-14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C8B3DF-6424-4A2D-9615-82B9923A85EC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3F6D7-D6B7-4A17-968A-1B50499453F6}" type="datetimeFigureOut">
              <a:rPr lang="ko-KR" altLang="en-US" smtClean="0"/>
              <a:t>2023-11-14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C8B3DF-6424-4A2D-9615-82B9923A85EC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E3F6D7-D6B7-4A17-968A-1B50499453F6}" type="datetimeFigureOut">
              <a:rPr lang="ko-KR" altLang="en-US" smtClean="0"/>
              <a:t>2023-11-14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C8B3DF-6424-4A2D-9615-82B9923A85EC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gif"/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gif"/><Relationship Id="rId2" Type="http://schemas.openxmlformats.org/officeDocument/2006/relationships/image" Target="../media/image6.gif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gif"/><Relationship Id="rId2" Type="http://schemas.openxmlformats.org/officeDocument/2006/relationships/image" Target="../media/image8.gif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gif"/><Relationship Id="rId2" Type="http://schemas.openxmlformats.org/officeDocument/2006/relationships/image" Target="../media/image10.gi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gif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SubQuery</a:t>
            </a:r>
            <a:endParaRPr lang="ko-KR" alt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https://lh3.googleusercontent.com/d0ri4fOfnP6N5BPr-Uf9HHlKEUNN19MiAiCNc5qmOrVSo-dCPZj3pscHhOor6KPiYdItQOnD6ybfYxUSM67Qh2mViSEKSis9tg8Z4DkzjOheD3wkAEWabLKBK9Z9UdFgdSVnu9520Z9wkQ7VAK9vaKco-N-54vYq2MFxYAUKHXtIE-rZOysg7UIhNEEFf6Wowxt2TfXR0_eqkk_iBhMNI2nO8gXYkUgSddxYv1AYX1rhMR4VwT1kYdwccjKA7KGmptza15Ozgqp_bOG5imGrMAe8hSnCOkAVO2srUtrHlxsMfbtztJSXIspNiW6Dj7YeUqQJ65k9hK2gXZ13NRUKbJJR_gloAoIh3Ma-sfZtKyxAzggkZVEXn5gK57yBRI_lk4efFmXhDA-P8c02EK6CI_07fgs-yk628iJuQvUAKfyLSVLPbsa11xuQu1Np-Tg5L-7vj3hXiVceAx5Iz23zFci2CN1qAnJDj6qyA2jcK2JvvucJI14O6e12wJdVuCZEV0DJsTJ_sInJA48jVYcloV676EAN7MJJzq3ncl6Yee468mkwrrShqO59jUXV2FptMQHSbMCojxCvuwPbiuoFeFzsw5ZBh7_T-2oZ08v3fnlslpzXm_BnsxWRaXx8HlBADnUZN0K6PiwtlDF29c0Z4muNpawiv108MH4jP2YIsy6_9HmJ7uYjD1ZUdoJxhaTI8hjxVrGlh_TAwW2gOI4_2uPxdKHEkX1wwbQ08twab6MPgVsGvZjmCT4=w1024-h480-n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14282" y="142852"/>
            <a:ext cx="8572560" cy="6357982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14282" y="142852"/>
            <a:ext cx="85725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  서브쿼리란 </a:t>
            </a:r>
            <a:r>
              <a:rPr lang="ko-KR" altLang="en-US" dirty="0"/>
              <a:t>쿼리 속 쿼리를 의미한다</a:t>
            </a:r>
            <a:r>
              <a:rPr lang="en-US" altLang="ko-KR" dirty="0"/>
              <a:t>. </a:t>
            </a:r>
            <a:r>
              <a:rPr lang="ko-KR" altLang="en-US" dirty="0"/>
              <a:t>서브쿼리를 사용한 쿼리는 </a:t>
            </a:r>
            <a:r>
              <a:rPr lang="ko-KR" altLang="en-US" dirty="0" err="1"/>
              <a:t>실행시</a:t>
            </a:r>
            <a:r>
              <a:rPr lang="ko-KR" altLang="en-US" dirty="0"/>
              <a:t> 서브쿼리를 먼저 실행된다고 한다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5720" y="1285860"/>
            <a:ext cx="842968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  SMITH</a:t>
            </a:r>
            <a:r>
              <a:rPr lang="ko-KR" altLang="en-US" dirty="0"/>
              <a:t>와 같은 부서에 근무중인 사원들의 사원번호</a:t>
            </a:r>
            <a:r>
              <a:rPr lang="en-US" altLang="ko-KR" dirty="0"/>
              <a:t>(</a:t>
            </a:r>
            <a:r>
              <a:rPr lang="en-US" altLang="ko-KR" dirty="0" err="1"/>
              <a:t>empno</a:t>
            </a:r>
            <a:r>
              <a:rPr lang="en-US" altLang="ko-KR" dirty="0"/>
              <a:t>), </a:t>
            </a:r>
            <a:r>
              <a:rPr lang="ko-KR" altLang="en-US" dirty="0"/>
              <a:t>이름</a:t>
            </a:r>
            <a:r>
              <a:rPr lang="en-US" altLang="ko-KR" dirty="0"/>
              <a:t>(</a:t>
            </a:r>
            <a:r>
              <a:rPr lang="en-US" altLang="ko-KR" dirty="0" err="1"/>
              <a:t>ename</a:t>
            </a:r>
            <a:r>
              <a:rPr lang="en-US" altLang="ko-KR" dirty="0"/>
              <a:t>), </a:t>
            </a:r>
            <a:r>
              <a:rPr lang="ko-KR" altLang="en-US" dirty="0"/>
              <a:t>급여액</a:t>
            </a:r>
            <a:r>
              <a:rPr lang="en-US" altLang="ko-KR" dirty="0"/>
              <a:t>(</a:t>
            </a:r>
            <a:r>
              <a:rPr lang="en-US" altLang="ko-KR" dirty="0" err="1"/>
              <a:t>sal</a:t>
            </a:r>
            <a:r>
              <a:rPr lang="en-US" altLang="ko-KR" dirty="0"/>
              <a:t>), </a:t>
            </a:r>
            <a:r>
              <a:rPr lang="ko-KR" altLang="en-US" dirty="0"/>
              <a:t>부서이름</a:t>
            </a:r>
            <a:r>
              <a:rPr lang="en-US" altLang="ko-KR" dirty="0"/>
              <a:t>(</a:t>
            </a:r>
            <a:r>
              <a:rPr lang="en-US" altLang="ko-KR" dirty="0" err="1"/>
              <a:t>dname</a:t>
            </a:r>
            <a:r>
              <a:rPr lang="en-US" altLang="ko-KR" dirty="0"/>
              <a:t>)</a:t>
            </a:r>
            <a:r>
              <a:rPr lang="ko-KR" altLang="en-US" dirty="0"/>
              <a:t>을 가져온다</a:t>
            </a:r>
            <a:r>
              <a:rPr lang="en-US" altLang="ko-KR" dirty="0" smtClean="0"/>
              <a:t>.</a:t>
            </a:r>
          </a:p>
          <a:p>
            <a:endParaRPr lang="en-US" altLang="ko-KR" dirty="0"/>
          </a:p>
          <a:p>
            <a:r>
              <a:rPr lang="en-US" altLang="ko-KR" dirty="0" smtClean="0">
                <a:sym typeface="Wingdings" pitchFamily="2" charset="2"/>
              </a:rPr>
              <a:t> </a:t>
            </a:r>
            <a:r>
              <a:rPr lang="ko-KR" altLang="en-US" dirty="0" smtClean="0"/>
              <a:t/>
            </a:r>
            <a:br>
              <a:rPr lang="ko-KR" altLang="en-US" dirty="0" smtClean="0"/>
            </a:br>
            <a:endParaRPr lang="ko-KR" altLang="en-US" dirty="0"/>
          </a:p>
        </p:txBody>
      </p:sp>
      <p:pic>
        <p:nvPicPr>
          <p:cNvPr id="5122" name="Picture 2" descr="https://lh3.googleusercontent.com/v-ck0bDFSj__TcD1pmO0vSaU-C3WmLRpi0_-3DVHQE5XG4W9wKp-qWKzaNcQwV7RwsUSxnwiOAhS-tQVVMZp4hKhiIkKBdYJzIMQaPiC9fJNmPRdzkF-wfs7hfPIDTbqDewW0SK-sMVZiLzhCYR-Wi5qMlTl5hG6e5PnAnSovhN4AJFPtO729vFR4lbqZQli40khA7_xRNFCfZVOJfRHFc9cunY_OUcf2NwdTe1nLAo37utVxiZ7AuR6Ymm9l6ftyP_ZAXXcdWHd2Tj4kbD1WM6fc05XDKBhDNkabpxpGbaQxGOyjmq2N5QADiJ0n7d42PwRxqcz120J72P7kjIadQi0DzVwXJ5VXFFUmfNF7KdtviEhG43V9GbSSe2dwGTA1sUUaD6-Vg2jLITNVssDZ3q88cTKcXFW5EJaz0-hREE-EHFa-MQN6KXXmBwCdR48YhAGg59RgcLNSrspbBxMm9YmI2wCCIrn4wby9eOQguW0xU7rXkHM0DOsFxtWiF5RueURY9qxNGRKBI3-L7s24X8oJ8qTd7lnyOco1eOIhEQ6PXJ4XEIrgQthK_T3wiN7tjOMr_6nw01K1ao-juZBXblywJry2FBkhD6EvL8KshStngZMsWkRqsZGF0U_S4RNZJFB0Rm1xaSO-Km7QgsrJvE92L6isTW-I9RSGvArCynuQKDj6_S63384olUzeONhmiqs2WDw10WK3NFZLyajNYxwW2K9UqKDtvyvb0am2HeDEvrNS_Xl-eE=w920-h722-n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28662" y="2143116"/>
            <a:ext cx="6858048" cy="4262002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14282" y="142852"/>
            <a:ext cx="85725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  서브쿼리란 </a:t>
            </a:r>
            <a:r>
              <a:rPr lang="ko-KR" altLang="en-US" dirty="0"/>
              <a:t>쿼리 속 쿼리를 의미한다</a:t>
            </a:r>
            <a:r>
              <a:rPr lang="en-US" altLang="ko-KR" dirty="0"/>
              <a:t>. </a:t>
            </a:r>
            <a:r>
              <a:rPr lang="ko-KR" altLang="en-US" dirty="0"/>
              <a:t>서브쿼리를 사용한 쿼리는 </a:t>
            </a:r>
            <a:r>
              <a:rPr lang="ko-KR" altLang="en-US" dirty="0" err="1"/>
              <a:t>실행시</a:t>
            </a:r>
            <a:r>
              <a:rPr lang="ko-KR" altLang="en-US" dirty="0"/>
              <a:t> 서브쿼리를 먼저 실행된다고 한다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5720" y="1285860"/>
            <a:ext cx="842968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  SMITH</a:t>
            </a:r>
            <a:r>
              <a:rPr lang="ko-KR" altLang="en-US" dirty="0"/>
              <a:t>와 같은 부서에 근무중인 사원들의 사원번호</a:t>
            </a:r>
            <a:r>
              <a:rPr lang="en-US" altLang="ko-KR" dirty="0"/>
              <a:t>(</a:t>
            </a:r>
            <a:r>
              <a:rPr lang="en-US" altLang="ko-KR" dirty="0" err="1"/>
              <a:t>empno</a:t>
            </a:r>
            <a:r>
              <a:rPr lang="en-US" altLang="ko-KR" dirty="0"/>
              <a:t>), </a:t>
            </a:r>
            <a:r>
              <a:rPr lang="ko-KR" altLang="en-US" dirty="0"/>
              <a:t>이름</a:t>
            </a:r>
            <a:r>
              <a:rPr lang="en-US" altLang="ko-KR" dirty="0"/>
              <a:t>(</a:t>
            </a:r>
            <a:r>
              <a:rPr lang="en-US" altLang="ko-KR" dirty="0" err="1"/>
              <a:t>ename</a:t>
            </a:r>
            <a:r>
              <a:rPr lang="en-US" altLang="ko-KR" dirty="0"/>
              <a:t>), </a:t>
            </a:r>
            <a:r>
              <a:rPr lang="ko-KR" altLang="en-US" dirty="0"/>
              <a:t>급여액</a:t>
            </a:r>
            <a:r>
              <a:rPr lang="en-US" altLang="ko-KR" dirty="0"/>
              <a:t>(</a:t>
            </a:r>
            <a:r>
              <a:rPr lang="en-US" altLang="ko-KR" dirty="0" err="1"/>
              <a:t>sal</a:t>
            </a:r>
            <a:r>
              <a:rPr lang="en-US" altLang="ko-KR" dirty="0"/>
              <a:t>), </a:t>
            </a:r>
            <a:r>
              <a:rPr lang="ko-KR" altLang="en-US" dirty="0"/>
              <a:t>부서이름</a:t>
            </a:r>
            <a:r>
              <a:rPr lang="en-US" altLang="ko-KR" dirty="0"/>
              <a:t>(</a:t>
            </a:r>
            <a:r>
              <a:rPr lang="en-US" altLang="ko-KR" dirty="0" err="1"/>
              <a:t>dname</a:t>
            </a:r>
            <a:r>
              <a:rPr lang="en-US" altLang="ko-KR" dirty="0"/>
              <a:t>)</a:t>
            </a:r>
            <a:r>
              <a:rPr lang="ko-KR" altLang="en-US" dirty="0"/>
              <a:t>을 가져온다</a:t>
            </a:r>
            <a:r>
              <a:rPr lang="en-US" altLang="ko-KR" dirty="0" smtClean="0"/>
              <a:t>.</a:t>
            </a:r>
          </a:p>
          <a:p>
            <a:endParaRPr lang="en-US" altLang="ko-KR" dirty="0"/>
          </a:p>
          <a:p>
            <a:r>
              <a:rPr lang="en-US" altLang="ko-KR" dirty="0" smtClean="0">
                <a:sym typeface="Wingdings" pitchFamily="2" charset="2"/>
              </a:rPr>
              <a:t> </a:t>
            </a:r>
            <a:r>
              <a:rPr lang="ko-KR" altLang="en-US" dirty="0" smtClean="0"/>
              <a:t/>
            </a:r>
            <a:br>
              <a:rPr lang="ko-KR" altLang="en-US" dirty="0" smtClean="0"/>
            </a:br>
            <a:endParaRPr lang="ko-KR" altLang="en-US" dirty="0"/>
          </a:p>
        </p:txBody>
      </p:sp>
      <p:pic>
        <p:nvPicPr>
          <p:cNvPr id="6146" name="Picture 2" descr="https://lh3.googleusercontent.com/bW2C_YnieoKCF51Df0Ke-ku29qmuaxG6nqYui63ABF6lSp9hnzwalr0pYOsF50UfjHjV7mFB29lC4jmcxCdpAYSQINdmruBqNpnuPgp8x6BbWAdlNjv6aCDHxfuwtAlEp-dRuMWwv8QsJYr3tZ7jfFs37ozlqx_L9p947CLwvztodSOYcrnZVXnG_c91fELcf0GhCY4yvbkg8ikJzJZ2Jh4syBmQCw3_6tX_G1pPZCwxLaUOc7vBh6uh-jOxkc78qrBZwQMDexrSn32cyB219a43xhiURUadd2WEtWdZHmuWp9aLEUeeIvXSM3scFw1yuBeSqrUiODhJeMsKrwEEjREe2HIyYw233Xz6KM7US4VdahL-EBFJj-BgQ9CsY1uRRl3zKqlmDoJER3O2TtVCtNyQEpIwvpkaRSZjiRcmeTNGRCvHZcSP90AwRb6g0JvgSqqqcwUkcTKsvh0cpuGL3CoZxE1UV3NFOJg6IC7UjelKSIyVno9rhCQvG90f9hHYk1bBjBhonLTMTLa4B9sl51hrbSlHIMBgFQ1IKcXfeRwGlRVCwmUsluEgTb_9nmaj_L9XusMEwLkPTEc9TztwKfoeDWLk4MEZ6laq1Lhd7I5CR2fGw-cl0ZiVdyYTjo7S9ATTY2U39MW-ZSvEboYbQgmXUHK4ITQRRW5TOP_-yYmlhAsQqmy0irLVwc2FC-TEmy3MnpavzQEKrSfbOOBHnuvjuGacnMEITymnGbNtwwe0mJUX9cpF4PA=w1002-h772-n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14348" y="2143116"/>
            <a:ext cx="8215370" cy="4357718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 descr="http://www.databaser.net/oln/sql/6/SPL6_2.gif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14282" y="357166"/>
            <a:ext cx="8715436" cy="3048001"/>
          </a:xfrm>
          <a:prstGeom prst="rect">
            <a:avLst/>
          </a:prstGeom>
          <a:noFill/>
        </p:spPr>
      </p:pic>
      <p:pic>
        <p:nvPicPr>
          <p:cNvPr id="7172" name="Picture 4" descr="http://www.databaser.net/oln/sql/6/SPL6_3.gif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85786" y="3429000"/>
            <a:ext cx="7786742" cy="291465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 descr="http://www.databaser.net/oln/sql/6/SPL6_4.gif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85720" y="285728"/>
            <a:ext cx="8429684" cy="2914650"/>
          </a:xfrm>
          <a:prstGeom prst="rect">
            <a:avLst/>
          </a:prstGeom>
          <a:noFill/>
        </p:spPr>
      </p:pic>
      <p:pic>
        <p:nvPicPr>
          <p:cNvPr id="8196" name="Picture 4" descr="http://www.databaser.net/oln/sql/6/SPL6_5.gif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71472" y="3286124"/>
            <a:ext cx="8072494" cy="2933701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 descr="http://www.databaser.net/oln/sql/6/SPL6_6.gif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643438" y="3214686"/>
            <a:ext cx="4105275" cy="3067050"/>
          </a:xfrm>
          <a:prstGeom prst="rect">
            <a:avLst/>
          </a:prstGeom>
          <a:noFill/>
        </p:spPr>
      </p:pic>
      <p:pic>
        <p:nvPicPr>
          <p:cNvPr id="9220" name="Picture 4" descr="http://www.databaser.net/oln/sql/6/SPL6_7.gif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14282" y="714356"/>
            <a:ext cx="4343400" cy="301942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 descr="http://www.databaser.net/oln/sql/6/SPL6_10.gif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643174" y="3786190"/>
            <a:ext cx="4181475" cy="2876551"/>
          </a:xfrm>
          <a:prstGeom prst="rect">
            <a:avLst/>
          </a:prstGeom>
          <a:noFill/>
        </p:spPr>
      </p:pic>
      <p:pic>
        <p:nvPicPr>
          <p:cNvPr id="10244" name="Picture 4" descr="http://www.databaser.net/oln/sql/6/SPL6_11.gif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70739" y="221368"/>
            <a:ext cx="4371975" cy="2990850"/>
          </a:xfrm>
          <a:prstGeom prst="rect">
            <a:avLst/>
          </a:prstGeom>
          <a:noFill/>
        </p:spPr>
      </p:pic>
      <p:pic>
        <p:nvPicPr>
          <p:cNvPr id="10246" name="Picture 6" descr="http://www.databaser.net/oln/sql/6/SPL6_12.gif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643438" y="142852"/>
            <a:ext cx="4371975" cy="306705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2844" y="285728"/>
            <a:ext cx="8715436" cy="5210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2844" y="271463"/>
            <a:ext cx="8858312" cy="6315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2844" y="571480"/>
            <a:ext cx="8786874" cy="3695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00075" y="190500"/>
            <a:ext cx="7943850" cy="6477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2844" y="142852"/>
            <a:ext cx="8858280" cy="6580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14282" y="214290"/>
            <a:ext cx="8643998" cy="518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42910" y="285728"/>
            <a:ext cx="7324725" cy="2867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7411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928662" y="3571876"/>
            <a:ext cx="7381875" cy="2838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52425" y="104775"/>
            <a:ext cx="8439150" cy="6648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5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14282" y="142852"/>
            <a:ext cx="8715436" cy="2762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14283" y="428604"/>
            <a:ext cx="8786874" cy="5191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2844" y="214290"/>
            <a:ext cx="8786874" cy="5153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3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14282" y="376238"/>
            <a:ext cx="8715436" cy="6105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5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14283" y="428604"/>
            <a:ext cx="8643998" cy="381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7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04825" y="100013"/>
            <a:ext cx="8134350" cy="665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0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14282" y="328613"/>
            <a:ext cx="8786874" cy="6200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85720" y="500042"/>
            <a:ext cx="8429684" cy="3838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47663" y="881063"/>
            <a:ext cx="8448675" cy="5095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85</Words>
  <Application>Microsoft Office PowerPoint</Application>
  <PresentationFormat>화면 슬라이드 쇼(4:3)</PresentationFormat>
  <Paragraphs>9</Paragraphs>
  <Slides>25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25</vt:i4>
      </vt:variant>
    </vt:vector>
  </HeadingPairs>
  <TitlesOfParts>
    <vt:vector size="26" baseType="lpstr">
      <vt:lpstr>Office 테마</vt:lpstr>
      <vt:lpstr>SubQuery</vt:lpstr>
      <vt:lpstr>슬라이드 2</vt:lpstr>
      <vt:lpstr>슬라이드 3</vt:lpstr>
      <vt:lpstr>슬라이드 4</vt:lpstr>
      <vt:lpstr>슬라이드 5</vt:lpstr>
      <vt:lpstr>슬라이드 6</vt:lpstr>
      <vt:lpstr>슬라이드 7</vt:lpstr>
      <vt:lpstr>슬라이드 8</vt:lpstr>
      <vt:lpstr>슬라이드 9</vt:lpstr>
      <vt:lpstr>슬라이드 10</vt:lpstr>
      <vt:lpstr>슬라이드 11</vt:lpstr>
      <vt:lpstr>슬라이드 12</vt:lpstr>
      <vt:lpstr>슬라이드 13</vt:lpstr>
      <vt:lpstr>슬라이드 14</vt:lpstr>
      <vt:lpstr>슬라이드 15</vt:lpstr>
      <vt:lpstr>슬라이드 16</vt:lpstr>
      <vt:lpstr>슬라이드 17</vt:lpstr>
      <vt:lpstr>슬라이드 18</vt:lpstr>
      <vt:lpstr>슬라이드 19</vt:lpstr>
      <vt:lpstr>슬라이드 20</vt:lpstr>
      <vt:lpstr>슬라이드 21</vt:lpstr>
      <vt:lpstr>슬라이드 22</vt:lpstr>
      <vt:lpstr>슬라이드 23</vt:lpstr>
      <vt:lpstr>슬라이드 24</vt:lpstr>
      <vt:lpstr>슬라이드 25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SubQuery</dc:title>
  <dc:creator>SIST</dc:creator>
  <cp:lastModifiedBy>SIST</cp:lastModifiedBy>
  <cp:revision>4</cp:revision>
  <dcterms:created xsi:type="dcterms:W3CDTF">2023-11-13T22:50:09Z</dcterms:created>
  <dcterms:modified xsi:type="dcterms:W3CDTF">2023-11-13T23:26:30Z</dcterms:modified>
</cp:coreProperties>
</file>